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/>
            </a:pPr>
            <a:r>
              <a:t>AfriConnect Summit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/>
            </a:pPr>
            <a:r>
              <a:t>Site Web Événement Tech Afrique</a:t>
            </a:r>
          </a:p>
          <a:p>
            <a:pPr algn="ctr">
              <a:defRPr sz="1700"/>
            </a:pPr>
            <a:r>
              <a:t>Présentation du projet — HTML • CSS • JavaScript Vanilla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1. Présentation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Site vitrine responsive dédié à un événement technologique en Afrique.</a:t>
            </a:r>
          </a:p>
          <a:p>
            <a:pPr>
              <a:spcAft>
                <a:spcPts val="1000"/>
              </a:spcAft>
              <a:defRPr sz="2000"/>
            </a:pPr>
            <a:r>
              <a:t>Objectif : présenter l’événement, le programme, les intervenants et permettre le contact / l’inscription.</a:t>
            </a:r>
          </a:p>
          <a:p>
            <a:pPr>
              <a:spcAft>
                <a:spcPts val="1000"/>
              </a:spcAft>
              <a:defRPr sz="2000"/>
            </a:pPr>
            <a:r>
              <a:t>Projet réalisé avec HTML5, CSS3 et JavaScript Vanilla uniquement.</a:t>
            </a:r>
          </a:p>
          <a:p>
            <a:pPr>
              <a:spcAft>
                <a:spcPts val="1000"/>
              </a:spcAft>
              <a:defRPr sz="2000"/>
            </a:pPr>
            <a:r>
              <a:t>Interface adaptée aux smartphones, tablettes et ordinateurs.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2. Fonctionnalités principales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Menu responsive avec menu burger sur mobile</a:t>
            </a:r>
          </a:p>
          <a:p>
            <a:pPr>
              <a:spcAft>
                <a:spcPts val="1000"/>
              </a:spcAft>
              <a:defRPr sz="2000"/>
            </a:pPr>
            <a:r>
              <a:t>Mode sombre / clair avec sauvegarde du choix dans localStorage</a:t>
            </a:r>
          </a:p>
          <a:p>
            <a:pPr>
              <a:spcAft>
                <a:spcPts val="1000"/>
              </a:spcAft>
              <a:defRPr sz="2000"/>
            </a:pPr>
            <a:r>
              <a:t>Filtre des intervenants : IA / Tech, Business et Design</a:t>
            </a:r>
          </a:p>
          <a:p>
            <a:pPr>
              <a:spcAft>
                <a:spcPts val="1000"/>
              </a:spcAft>
              <a:defRPr sz="2000"/>
            </a:pPr>
            <a:r>
              <a:t>Validation simple du formulaire avec JavaScript</a:t>
            </a:r>
          </a:p>
          <a:p>
            <a:pPr>
              <a:spcAft>
                <a:spcPts val="1000"/>
              </a:spcAft>
              <a:defRPr sz="2000"/>
            </a:pPr>
            <a:r>
              <a:t>Compte à rebours jusqu’à la date de l’événement</a:t>
            </a:r>
          </a:p>
          <a:p>
            <a:pPr>
              <a:spcAft>
                <a:spcPts val="1000"/>
              </a:spcAft>
              <a:defRPr sz="2000"/>
            </a:pPr>
            <a:r>
              <a:t>Bouton Retour en haut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3. Pages du site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Accueil — index.html : présentation, informations principales et compte à rebours</a:t>
            </a:r>
          </a:p>
          <a:p>
            <a:pPr>
              <a:spcAft>
                <a:spcPts val="1000"/>
              </a:spcAft>
              <a:defRPr sz="2000"/>
            </a:pPr>
            <a:r>
              <a:t>Programme — programme.html : présentation des activités de l’événement</a:t>
            </a:r>
          </a:p>
          <a:p>
            <a:pPr>
              <a:spcAft>
                <a:spcPts val="1000"/>
              </a:spcAft>
              <a:defRPr sz="2000"/>
            </a:pPr>
            <a:r>
              <a:t>Intervenants — intervenants.html : cartes des intervenants et système de filtrage</a:t>
            </a:r>
          </a:p>
          <a:p>
            <a:pPr>
              <a:spcAft>
                <a:spcPts val="1000"/>
              </a:spcAft>
              <a:defRPr sz="2000"/>
            </a:pPr>
            <a:r>
              <a:t>Contact — contact.html : formulaire de contact / inscription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4. Technologies et organisation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HTML5 : structure sémantique des pages</a:t>
            </a:r>
          </a:p>
          <a:p>
            <a:pPr>
              <a:spcAft>
                <a:spcPts val="1000"/>
              </a:spcAft>
              <a:defRPr sz="2000"/>
            </a:pPr>
            <a:r>
              <a:t>CSS3 : responsive design, Flexbox, Grid, variables CSS, transitions et animations</a:t>
            </a:r>
          </a:p>
          <a:p>
            <a:pPr>
              <a:spcAft>
                <a:spcPts val="1000"/>
              </a:spcAft>
              <a:defRPr sz="2000"/>
            </a:pPr>
            <a:r>
              <a:t>JavaScript ES6 : DOM, événements, localStorage et fonctionnalités interactives</a:t>
            </a:r>
          </a:p>
          <a:p>
            <a:pPr>
              <a:spcAft>
                <a:spcPts val="1000"/>
              </a:spcAft>
              <a:defRPr sz="2000"/>
            </a:pPr>
            <a:r>
              <a:t>Aucun framework utilisé</a:t>
            </a:r>
          </a:p>
          <a:p>
            <a:pPr>
              <a:spcAft>
                <a:spcPts val="1000"/>
              </a:spcAft>
              <a:defRPr sz="2000"/>
            </a:pPr>
            <a:r>
              <a:t>css/style.css : styles communs</a:t>
            </a:r>
          </a:p>
          <a:p>
            <a:pPr>
              <a:spcAft>
                <a:spcPts val="1000"/>
              </a:spcAft>
              <a:defRPr sz="2000"/>
            </a:pPr>
            <a:r>
              <a:t>js/core.js : menu, thème et scroll</a:t>
            </a:r>
          </a:p>
          <a:p>
            <a:pPr>
              <a:spcAft>
                <a:spcPts val="1000"/>
              </a:spcAft>
              <a:defRPr sz="2000"/>
            </a:pPr>
            <a:r>
              <a:t>js/pages.js : filtre, formulaire et compteur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5. Structure du projet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554480"/>
            <a:ext cx="98755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latin typeface="Consolas"/>
              </a:defRPr>
            </a:pPr>
            <a:r>
              <a:t>site-evenement-tech-afrique/</a:t>
            </a:r>
            <a:br/>
            <a:r>
              <a:t>├── index.html</a:t>
            </a:r>
            <a:br/>
            <a:r>
              <a:t>├── programme.html</a:t>
            </a:r>
            <a:br/>
            <a:r>
              <a:t>├── intervenants.html</a:t>
            </a:r>
            <a:br/>
            <a:r>
              <a:t>├── contact.html</a:t>
            </a:r>
            <a:br/>
            <a:r>
              <a:t>├── css/</a:t>
            </a:r>
            <a:br/>
            <a:r>
              <a:t>│   └── style.css</a:t>
            </a:r>
            <a:br/>
            <a:r>
              <a:t>├── js/</a:t>
            </a:r>
            <a:br/>
            <a:r>
              <a:t>│   ├── core.js</a:t>
            </a:r>
            <a:br/>
            <a:r>
              <a:t>│   └── pages.js</a:t>
            </a:r>
            <a:br/>
            <a:r>
              <a:t>├── img/</a:t>
            </a:r>
            <a:br/>
            <a:r>
              <a:t>└── docs/</a:t>
            </a:r>
            <a:br/>
            <a:r>
              <a:t>    └── Diouf_Ndeye_Penda_Presentation.pptx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6. Déploiement et vérification finale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Déploiement prévu avec GitHub Pages depuis la branche main et le dossier / (root).</a:t>
            </a:r>
          </a:p>
          <a:p>
            <a:pPr>
              <a:spcAft>
                <a:spcPts val="1000"/>
              </a:spcAft>
              <a:defRPr sz="1800"/>
            </a:pPr>
            <a:r>
              <a:t>README.md finalisé avec présentation, fonctionnalités, structure, installation et capture du site.</a:t>
            </a:r>
          </a:p>
          <a:p>
            <a:pPr>
              <a:spcAft>
                <a:spcPts val="1000"/>
              </a:spcAft>
              <a:defRPr sz="1800"/>
            </a:pPr>
            <a:r>
              <a:t>Présentation PowerPoint ajoutée dans le dossier docs/.</a:t>
            </a:r>
          </a:p>
          <a:p>
            <a:pPr>
              <a:spcAft>
                <a:spcPts val="1000"/>
              </a:spcAft>
              <a:defRPr sz="1800"/>
            </a:pPr>
            <a:r>
              <a:t>Vérification finale : quatre pages accessibles, images chargées, CSS et JavaScript fonctionnels.</a:t>
            </a:r>
          </a:p>
          <a:p>
            <a:pPr>
              <a:spcAft>
                <a:spcPts val="1000"/>
              </a:spcAft>
              <a:defRPr sz="1800"/>
            </a:pPr>
            <a:r>
              <a:t>Commit final : « Déploiement : GitHub Pages activé, README finalisé et présentation PowerPoint ajoutée 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7.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Le projet met en pratique les bases du développement web front-end.</a:t>
            </a:r>
          </a:p>
          <a:p>
            <a:pPr>
              <a:spcAft>
                <a:spcPts val="1000"/>
              </a:spcAft>
              <a:defRPr sz="2000"/>
            </a:pPr>
            <a:r>
              <a:t>L’organisation du code sépare clairement HTML, CSS et JavaScript.</a:t>
            </a:r>
          </a:p>
          <a:p>
            <a:pPr>
              <a:spcAft>
                <a:spcPts val="1000"/>
              </a:spcAft>
              <a:defRPr sz="2000"/>
            </a:pPr>
            <a:r>
              <a:t>Le site est responsive et propose plusieurs interactions côté client.</a:t>
            </a:r>
          </a:p>
          <a:p>
            <a:pPr>
              <a:spcAft>
                <a:spcPts val="1000"/>
              </a:spcAft>
              <a:defRPr sz="2000"/>
            </a:pPr>
            <a:r>
              <a:t>Prochaine étape : finaliser GitHub Pages et effectuer la démonstration du site en ligne.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/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